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2" r:id="rId7"/>
    <p:sldId id="264" r:id="rId8"/>
    <p:sldId id="265" r:id="rId9"/>
    <p:sldId id="261" r:id="rId10"/>
    <p:sldId id="257" r:id="rId11"/>
    <p:sldId id="267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930" autoAdjust="0"/>
    <p:restoredTop sz="94660"/>
  </p:normalViewPr>
  <p:slideViewPr>
    <p:cSldViewPr snapToGrid="0">
      <p:cViewPr>
        <p:scale>
          <a:sx n="66" d="100"/>
          <a:sy n="66" d="100"/>
        </p:scale>
        <p:origin x="1142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BF0CD8-9F02-4EBA-1F75-BD9A806B5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C368EE7-D875-1DD6-6D05-72B364248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1AC6967-AC3D-41C6-5BC4-E6EA4F18E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6D43BE1-EB3D-A489-4EBC-F36E8A2C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F0EC2AE-C7BD-3E69-0936-3B5DB2FA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16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627C1F6-6981-B7E7-7262-2E4D1BB1A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EBB7E14-067C-B73C-02C6-1EED8EEE4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BC8DA5-0215-4303-687A-D8D1AE0E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272AE5C-21EE-E059-38BD-44C0082C9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C4BC7CF-4EE1-A9C2-2D23-7BB1472B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687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E2C5E-7598-6BE9-2EF9-92FC147C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E5C4BCB-ECD2-1BDB-4653-80F36DC9D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D77A27D-EE7D-79AF-571A-E9654294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F7E538A-E747-38D7-2390-2C2FBBA3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3C1123B-BEDA-F78C-FEB1-9CEADA63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500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07492D-FD91-1138-2930-7F69338C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322906B-5643-AB9F-C6FD-78B2993D9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6D4C2DA-270C-6222-BB04-8B0F4AD85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9F6A918-5C4D-D007-B542-75A5D4F2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2A9BD00-2303-7174-2CBF-E544056F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BC5F1FC-BE18-5E68-784F-DF5D3428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7351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8D35FFD-FE22-AFCD-AF3B-715FFB78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C600C24-20D6-A1C1-1891-9DF92369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C90C834-908A-DB9C-B8C9-E37A5068F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FDB7E12-A49B-8727-C94C-7D2685C9F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1A9BAD9-959D-9645-7ED8-947E0BAE0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C5DD980-DF75-FC98-C39B-488AF8D4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1ABFEE9-32A3-BDAA-3ABA-3CD37BEB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3798F753-E928-B393-1FEF-2F8EBA4F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DA06FB-C792-3C57-F3F8-7018CFB4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9AE7520-5854-0D90-59ED-9CCC9B2F3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279E93D-9566-64AD-036F-F7048196F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98DC5A7-EAF9-93B0-F6A1-E8A7CA50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4395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856D4E3-0289-4A1B-2CEC-94CBFE17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89CD502-88AF-5B44-D798-713A1896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565605F-3747-DCBF-ABB6-E7256580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651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4F641F-A70F-B47B-09F8-999B2B463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792C6E6-415D-3B23-9DD1-D54D8805D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6E7833-D5CC-0F05-4DF4-0F76CC486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978CA3B-2881-1D41-6079-FAEEED5C7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7A113C4-B70E-C2E6-F4CB-DA222DF8B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D592B62-19CA-2C15-2284-72EE917C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32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3CB475-BEFE-434E-A50F-BA595832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63E3540-15EA-5C22-8843-5931A5310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42A5876-9611-DFAC-C473-B3AEBF0A8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9FBCAB0-2EC0-D401-BCB7-E175BDEC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701D133-3203-89E3-521C-129B060F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05428F5-4B4F-03CF-A2EB-7A65550F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136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3EA1AF-2FD6-AE43-A9D5-A3EAA863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8717EDA-460C-C046-9CF3-4B3A20005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7BE8DE1-52D7-E533-8BB9-4644C587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80E7446-D6A2-3F03-AAFF-05BD16AB0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F30500-0D30-ADA6-87C2-E0AE5EDD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718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AE0BB3E-9F46-5C13-1D21-6F46C9D84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62B5AFA-0E8A-29A3-3BC4-8998E98EA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3BA2903-F221-0003-EAD7-89BB7179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FC8573-2715-6EE4-2234-0CD5FCD7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E0F5B92-FDFE-792A-21C2-2ECDE172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200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A2C731A-CED8-1810-2900-A1B27C371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8C718D2-EB5F-3236-F3EA-01FA4E32B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B76F59F-5F57-4AB0-E283-8335B59C2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0C2A6-7DD6-490D-AC47-7F100813B23F}" type="datetimeFigureOut">
              <a:rPr lang="he-IL" smtClean="0"/>
              <a:t>י"ט/אלול/תשפ"ה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6BE8802-2167-7077-B201-19DC6C383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2F250FE-576A-D895-F8A2-EB11707C5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BF287-144D-4FF3-BC8C-949216085B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305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7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8.png"/><Relationship Id="rId7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מלבן 37">
            <a:extLst>
              <a:ext uri="{FF2B5EF4-FFF2-40B4-BE49-F238E27FC236}">
                <a16:creationId xmlns:a16="http://schemas.microsoft.com/office/drawing/2014/main" id="{91D8388F-977C-A0C8-9CA2-D6CA60F93BB8}"/>
              </a:ext>
            </a:extLst>
          </p:cNvPr>
          <p:cNvSpPr/>
          <p:nvPr/>
        </p:nvSpPr>
        <p:spPr>
          <a:xfrm>
            <a:off x="1183330" y="5359774"/>
            <a:ext cx="350679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Shalev Ozeri-212229298</a:t>
            </a:r>
          </a:p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Dana Mund-319126074</a:t>
            </a:r>
            <a:endParaRPr lang="he-IL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AutoShape 4" descr="תמונה שהועלתה">
            <a:extLst>
              <a:ext uri="{FF2B5EF4-FFF2-40B4-BE49-F238E27FC236}">
                <a16:creationId xmlns:a16="http://schemas.microsoft.com/office/drawing/2014/main" id="{47E9D0BC-C2E4-9478-C88F-C8F7A870E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2060" name="Picture 12" descr="Shift the first line of text further to the left in the uploaded image">
            <a:extLst>
              <a:ext uri="{FF2B5EF4-FFF2-40B4-BE49-F238E27FC236}">
                <a16:creationId xmlns:a16="http://schemas.microsoft.com/office/drawing/2014/main" id="{E1BB7E64-A558-90F2-DA7C-D6B9EFB5B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683"/>
            <a:ext cx="12191999" cy="687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onvert the uploaded image to PNG format with transparent background">
            <a:extLst>
              <a:ext uri="{FF2B5EF4-FFF2-40B4-BE49-F238E27FC236}">
                <a16:creationId xmlns:a16="http://schemas.microsoft.com/office/drawing/2014/main" id="{511917EE-500D-67E0-5D8F-85FED13BB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896" y="1527857"/>
            <a:ext cx="1632031" cy="144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819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0FD5422-397D-8D4F-0150-4FB38D28A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547" b="19452"/>
          <a:stretch>
            <a:fillRect/>
          </a:stretch>
        </p:blipFill>
        <p:spPr>
          <a:xfrm>
            <a:off x="1611718" y="505302"/>
            <a:ext cx="6733185" cy="5524008"/>
          </a:xfrm>
          <a:prstGeom prst="rect">
            <a:avLst/>
          </a:prstGeom>
        </p:spPr>
      </p:pic>
      <p:pic>
        <p:nvPicPr>
          <p:cNvPr id="10" name="תמונה 9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D4A1A61-B1FF-8AAC-1AD5-FB4693572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8" t="2567" r="35462" b="84651"/>
          <a:stretch>
            <a:fillRect/>
          </a:stretch>
        </p:blipFill>
        <p:spPr>
          <a:xfrm>
            <a:off x="3646667" y="138813"/>
            <a:ext cx="3264496" cy="951024"/>
          </a:xfrm>
          <a:prstGeom prst="rect">
            <a:avLst/>
          </a:prstGeom>
        </p:spPr>
      </p:pic>
      <p:pic>
        <p:nvPicPr>
          <p:cNvPr id="18" name="תמונה 17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4DCBCAC-4ED1-4B36-541C-D6D80EA9B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81" b="10696"/>
          <a:stretch>
            <a:fillRect/>
          </a:stretch>
        </p:blipFill>
        <p:spPr>
          <a:xfrm>
            <a:off x="2175243" y="983176"/>
            <a:ext cx="6211423" cy="5149112"/>
          </a:xfrm>
          <a:prstGeom prst="rect">
            <a:avLst/>
          </a:prstGeom>
        </p:spPr>
      </p:pic>
      <p:pic>
        <p:nvPicPr>
          <p:cNvPr id="19" name="תמונה 18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9618ABB-8686-2BB0-5DDF-0BA2A5D6E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  <p:pic>
        <p:nvPicPr>
          <p:cNvPr id="20" name="תמונה 19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3BBD841-7A13-E113-1C44-99AD268934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38884" y="3195620"/>
            <a:ext cx="477875" cy="5400188"/>
          </a:xfrm>
          <a:prstGeom prst="rect">
            <a:avLst/>
          </a:prstGeom>
        </p:spPr>
      </p:pic>
      <p:pic>
        <p:nvPicPr>
          <p:cNvPr id="23" name="תמונה 22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951F870-7364-0D71-D192-F02AF4960E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3"/>
          <a:stretch>
            <a:fillRect/>
          </a:stretch>
        </p:blipFill>
        <p:spPr>
          <a:xfrm>
            <a:off x="4019490" y="1154774"/>
            <a:ext cx="5273366" cy="5126370"/>
          </a:xfrm>
          <a:prstGeom prst="rect">
            <a:avLst/>
          </a:prstGeom>
        </p:spPr>
      </p:pic>
      <p:pic>
        <p:nvPicPr>
          <p:cNvPr id="24" name="תמונה 23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7A94E65-6231-89E0-F2B0-7900325C9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3" t="83047" b="5772"/>
          <a:stretch>
            <a:fillRect/>
          </a:stretch>
        </p:blipFill>
        <p:spPr>
          <a:xfrm>
            <a:off x="3934430" y="5879579"/>
            <a:ext cx="5273366" cy="573163"/>
          </a:xfrm>
          <a:prstGeom prst="rect">
            <a:avLst/>
          </a:prstGeom>
        </p:spPr>
      </p:pic>
      <p:pic>
        <p:nvPicPr>
          <p:cNvPr id="25" name="תמונה 24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3C41156-F493-1ECE-9D4C-D4C9ED8C7F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281518" y="3231712"/>
            <a:ext cx="379055" cy="4784743"/>
          </a:xfrm>
          <a:prstGeom prst="rect">
            <a:avLst/>
          </a:prstGeom>
        </p:spPr>
      </p:pic>
      <p:pic>
        <p:nvPicPr>
          <p:cNvPr id="27" name="תמונה 26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9D0EB4E-F191-37E3-C392-D542F4C71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2" t="75803" r="17490" b="18477"/>
          <a:stretch>
            <a:fillRect/>
          </a:stretch>
        </p:blipFill>
        <p:spPr>
          <a:xfrm>
            <a:off x="4098801" y="5130169"/>
            <a:ext cx="5400189" cy="33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2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37C26-7B66-67C1-D737-B4E03146B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תמונה 16" descr="תמונה שמכילה טקסט, פני אדם, צילום מסך,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467556C-5EDC-27FB-3668-E27792193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74" y="176027"/>
            <a:ext cx="11570826" cy="6681973"/>
          </a:xfrm>
          <a:prstGeom prst="rect">
            <a:avLst/>
          </a:prstGeom>
        </p:spPr>
      </p:pic>
      <p:pic>
        <p:nvPicPr>
          <p:cNvPr id="7" name="תמונה 6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2BE3D56-4808-F8A8-D3AF-491FE31A2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501" y="1329808"/>
            <a:ext cx="4737157" cy="1272270"/>
          </a:xfrm>
          <a:prstGeom prst="rect">
            <a:avLst/>
          </a:prstGeom>
        </p:spPr>
      </p:pic>
      <p:pic>
        <p:nvPicPr>
          <p:cNvPr id="2" name="תמונה 1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418B3AC-1E96-9CD4-581D-1F85053E3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590" y="5204156"/>
            <a:ext cx="4762250" cy="1044480"/>
          </a:xfrm>
          <a:prstGeom prst="rect">
            <a:avLst/>
          </a:prstGeom>
        </p:spPr>
      </p:pic>
      <p:pic>
        <p:nvPicPr>
          <p:cNvPr id="3" name="תמונה 2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5C1DDDA-1562-913C-B147-168CF0DCA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807" y="4856112"/>
            <a:ext cx="2599049" cy="666373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F3602555-1FED-6C06-118D-AEBC07B2D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4" b="16755"/>
          <a:stretch>
            <a:fillRect/>
          </a:stretch>
        </p:blipFill>
        <p:spPr>
          <a:xfrm>
            <a:off x="6144970" y="4754203"/>
            <a:ext cx="3086693" cy="449953"/>
          </a:xfrm>
          <a:prstGeom prst="rect">
            <a:avLst/>
          </a:prstGeom>
        </p:spPr>
      </p:pic>
      <p:pic>
        <p:nvPicPr>
          <p:cNvPr id="8" name="תמונה 7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6AC83FA-49D0-87FC-8F7E-DBB443285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134" y="4754202"/>
            <a:ext cx="1423686" cy="1044479"/>
          </a:xfrm>
          <a:prstGeom prst="rect">
            <a:avLst/>
          </a:prstGeom>
        </p:spPr>
      </p:pic>
      <p:pic>
        <p:nvPicPr>
          <p:cNvPr id="10" name="תמונה 9" descr="תמונה שמכילה טקסט, פני אדם, ילד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6A1B57D-4E89-3FA7-50EA-C6F37F2D0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76026"/>
            <a:ext cx="9796961" cy="6681974"/>
          </a:xfrm>
          <a:prstGeom prst="rect">
            <a:avLst/>
          </a:prstGeom>
        </p:spPr>
      </p:pic>
      <p:pic>
        <p:nvPicPr>
          <p:cNvPr id="12" name="תמונה 11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286F2F0-8D58-4D91-377C-6D2F8F36E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497" y="1192192"/>
            <a:ext cx="4983003" cy="1483755"/>
          </a:xfrm>
          <a:prstGeom prst="rect">
            <a:avLst/>
          </a:prstGeom>
        </p:spPr>
      </p:pic>
      <p:pic>
        <p:nvPicPr>
          <p:cNvPr id="14" name="תמונה 13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20879F1-2EAF-3658-6B1E-C889CED8AF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8270421" y="187779"/>
            <a:ext cx="2479040" cy="1198881"/>
          </a:xfrm>
          <a:prstGeom prst="rect">
            <a:avLst/>
          </a:prstGeom>
        </p:spPr>
      </p:pic>
      <p:pic>
        <p:nvPicPr>
          <p:cNvPr id="16" name="תמונה 15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0696539-67C5-7F58-073D-87EB9C060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659" y="341106"/>
            <a:ext cx="944789" cy="1135711"/>
          </a:xfrm>
          <a:prstGeom prst="rect">
            <a:avLst/>
          </a:prstGeom>
        </p:spPr>
      </p:pic>
      <p:pic>
        <p:nvPicPr>
          <p:cNvPr id="4" name="תמונה 3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4D578C4-642C-9146-F468-A95FB8304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41" y="1790632"/>
            <a:ext cx="3489636" cy="1044480"/>
          </a:xfrm>
          <a:prstGeom prst="rect">
            <a:avLst/>
          </a:prstGeom>
        </p:spPr>
      </p:pic>
      <p:pic>
        <p:nvPicPr>
          <p:cNvPr id="13" name="תמונה 12" descr="תמונה שמכילה טקסט, פני אדם, ילד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202C72D-DAB4-8787-9AA3-B4896C6434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18" name="תמונה 17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798661F-8A1A-7071-532D-315814C5B1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  <p:pic>
        <p:nvPicPr>
          <p:cNvPr id="19" name="תמונה 18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2341754-E6B7-8FFB-D4EC-9173B518D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029" y="1255939"/>
            <a:ext cx="3716813" cy="1351228"/>
          </a:xfrm>
          <a:prstGeom prst="rect">
            <a:avLst/>
          </a:prstGeom>
        </p:spPr>
      </p:pic>
      <p:pic>
        <p:nvPicPr>
          <p:cNvPr id="20" name="תמונה 19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93B8E04-306F-50BB-6512-1683EFD84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796" y="6043749"/>
            <a:ext cx="7863610" cy="63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4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5ABC8-C809-A6D7-9426-78E372D6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תמונה 14" descr="תמונה שמכילה טקסט, צילום מסך, פני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1E01BE6-063D-BAD2-9820-086709859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4" name="תמונה 3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F44BD47-7385-8F5C-98E5-DF1732205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  <p:pic>
        <p:nvPicPr>
          <p:cNvPr id="5" name="תמונה 4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ED7C2DE-E1D1-33D7-5A55-14DF605DD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096" y="176027"/>
            <a:ext cx="969972" cy="939744"/>
          </a:xfrm>
          <a:prstGeom prst="rect">
            <a:avLst/>
          </a:prstGeom>
        </p:spPr>
      </p:pic>
      <p:pic>
        <p:nvPicPr>
          <p:cNvPr id="6" name="תמונה 5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5C4C72A-EC04-D35C-35A9-768D26FD8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348427" y="1075291"/>
            <a:ext cx="505103" cy="3405493"/>
          </a:xfrm>
          <a:prstGeom prst="rect">
            <a:avLst/>
          </a:prstGeom>
        </p:spPr>
      </p:pic>
      <p:pic>
        <p:nvPicPr>
          <p:cNvPr id="8" name="תמונה 7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EC9EF2E-D7FC-8D9D-856E-EBDCC5822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387068" y="3669169"/>
            <a:ext cx="1594441" cy="757683"/>
          </a:xfrm>
          <a:prstGeom prst="rect">
            <a:avLst/>
          </a:prstGeom>
        </p:spPr>
      </p:pic>
      <p:pic>
        <p:nvPicPr>
          <p:cNvPr id="10" name="תמונה 9" descr="תמונה שמכילה טקסט, צילום מסך, גופן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DB198DF-5660-7288-9CDE-C73E2A0AA9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249" y="2526598"/>
            <a:ext cx="5741117" cy="3827411"/>
          </a:xfrm>
          <a:prstGeom prst="rect">
            <a:avLst/>
          </a:prstGeom>
        </p:spPr>
      </p:pic>
      <p:pic>
        <p:nvPicPr>
          <p:cNvPr id="12" name="תמונה 11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06C8C68-764A-DFF7-DFDD-B8DFB1AB55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267" y="4922520"/>
            <a:ext cx="912359" cy="1148081"/>
          </a:xfrm>
          <a:prstGeom prst="rect">
            <a:avLst/>
          </a:prstGeom>
        </p:spPr>
      </p:pic>
      <p:pic>
        <p:nvPicPr>
          <p:cNvPr id="13" name="תמונה 12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B59685C-14FC-5F40-D7CD-E245247369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1" t="4384" r="38724" b="88983"/>
          <a:stretch>
            <a:fillRect/>
          </a:stretch>
        </p:blipFill>
        <p:spPr>
          <a:xfrm>
            <a:off x="7319406" y="4922520"/>
            <a:ext cx="870080" cy="168806"/>
          </a:xfrm>
          <a:prstGeom prst="rect">
            <a:avLst/>
          </a:prstGeom>
        </p:spPr>
      </p:pic>
      <p:pic>
        <p:nvPicPr>
          <p:cNvPr id="14" name="תמונה 13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9E29B6F-904C-E64C-6B3E-CEEC60EF1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13669" y="3836512"/>
            <a:ext cx="1673627" cy="771082"/>
          </a:xfrm>
          <a:prstGeom prst="rect">
            <a:avLst/>
          </a:prstGeom>
        </p:spPr>
      </p:pic>
      <p:pic>
        <p:nvPicPr>
          <p:cNvPr id="16" name="תמונה 15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2E41D07-8151-7F50-B614-1A9908F52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59297" b="14449"/>
          <a:stretch>
            <a:fillRect/>
          </a:stretch>
        </p:blipFill>
        <p:spPr>
          <a:xfrm>
            <a:off x="10703281" y="2729063"/>
            <a:ext cx="536219" cy="593667"/>
          </a:xfrm>
          <a:prstGeom prst="rect">
            <a:avLst/>
          </a:prstGeom>
        </p:spPr>
      </p:pic>
      <p:pic>
        <p:nvPicPr>
          <p:cNvPr id="2" name="Picture 6" descr="Generated image">
            <a:extLst>
              <a:ext uri="{FF2B5EF4-FFF2-40B4-BE49-F238E27FC236}">
                <a16:creationId xmlns:a16="http://schemas.microsoft.com/office/drawing/2014/main" id="{05D6D90A-7F90-086B-1DC8-5D6F65B41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070" y="2573356"/>
            <a:ext cx="4304029" cy="294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01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A4E8-FF27-A8BB-DD9C-DD0964FC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תמונה 12" descr="תמונה שמכילה טקסט, צילום מסך, פני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6AB6AB1-CED4-C0D0-ABCB-40491BA49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2" name="תמונה 1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CAF4FFD-C60D-6B85-BAC0-DB0571C36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52" t="32143" r="9259" b="46547"/>
          <a:stretch>
            <a:fillRect/>
          </a:stretch>
        </p:blipFill>
        <p:spPr>
          <a:xfrm>
            <a:off x="8082643" y="1298122"/>
            <a:ext cx="1054378" cy="1078478"/>
          </a:xfrm>
          <a:prstGeom prst="rect">
            <a:avLst/>
          </a:prstGeom>
        </p:spPr>
      </p:pic>
      <p:pic>
        <p:nvPicPr>
          <p:cNvPr id="4" name="תמונה 3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75D70F2-8DB1-4A1B-519E-ACC4DF29D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643" y="1298121"/>
            <a:ext cx="2709404" cy="1228789"/>
          </a:xfrm>
          <a:prstGeom prst="rect">
            <a:avLst/>
          </a:prstGeom>
        </p:spPr>
      </p:pic>
      <p:pic>
        <p:nvPicPr>
          <p:cNvPr id="6" name="תמונה 5" descr="תמונה שמכילה אומנות קליפיפם, סרט מצויר, ציור, איו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D65996D-B1A9-C456-133F-9CF9DCF4A0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9"/>
          <a:stretch>
            <a:fillRect/>
          </a:stretch>
        </p:blipFill>
        <p:spPr>
          <a:xfrm>
            <a:off x="1138273" y="4825999"/>
            <a:ext cx="1232594" cy="1354667"/>
          </a:xfrm>
          <a:prstGeom prst="rect">
            <a:avLst/>
          </a:prstGeom>
        </p:spPr>
      </p:pic>
      <p:pic>
        <p:nvPicPr>
          <p:cNvPr id="8" name="תמונה 7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877218E-E379-E6E8-DA75-C08C80472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170" y="5113867"/>
            <a:ext cx="558363" cy="1132488"/>
          </a:xfrm>
          <a:prstGeom prst="rect">
            <a:avLst/>
          </a:prstGeom>
        </p:spPr>
      </p:pic>
      <p:pic>
        <p:nvPicPr>
          <p:cNvPr id="5" name="תמונה 4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B4423EE-0DB2-7A30-3261-7A9B388286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2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6325-B3D6-A710-556F-A080CF17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 descr="תמונה שמכילה טקסט, צילום מסך, פני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07E4918-4EE6-9C18-E21B-CE5596BBF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27" y="0"/>
            <a:ext cx="10266438" cy="6858000"/>
          </a:xfrm>
          <a:prstGeom prst="rect">
            <a:avLst/>
          </a:prstGeom>
        </p:spPr>
      </p:pic>
      <p:pic>
        <p:nvPicPr>
          <p:cNvPr id="2" name="תמונה 1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8D3250D-65B0-4E39-1892-D05331444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52" t="32143" r="9259" b="46547"/>
          <a:stretch>
            <a:fillRect/>
          </a:stretch>
        </p:blipFill>
        <p:spPr>
          <a:xfrm>
            <a:off x="8392886" y="228600"/>
            <a:ext cx="1054378" cy="1078478"/>
          </a:xfrm>
          <a:prstGeom prst="rect">
            <a:avLst/>
          </a:prstGeom>
        </p:spPr>
      </p:pic>
      <p:pic>
        <p:nvPicPr>
          <p:cNvPr id="3" name="תמונה 2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F79E0C3-B3CC-133A-32A9-AACA07AD34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126" y="153444"/>
            <a:ext cx="3092939" cy="1228789"/>
          </a:xfrm>
          <a:prstGeom prst="rect">
            <a:avLst/>
          </a:prstGeom>
        </p:spPr>
      </p:pic>
      <p:pic>
        <p:nvPicPr>
          <p:cNvPr id="4" name="תמונה 3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82B04FD-E009-9594-C67F-7215D72B7F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  <p:pic>
        <p:nvPicPr>
          <p:cNvPr id="5" name="תמונה 4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BB634B8-1E89-F7F8-4DC4-ADA1C6E4A2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7200" y="-1242448"/>
            <a:ext cx="286119" cy="107457"/>
          </a:xfrm>
          <a:prstGeom prst="rect">
            <a:avLst/>
          </a:prstGeom>
        </p:spPr>
      </p:pic>
      <p:pic>
        <p:nvPicPr>
          <p:cNvPr id="6" name="תמונה 5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BF40143-BBB6-2457-B88B-F1208FBE23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347" y="2521259"/>
            <a:ext cx="3489636" cy="104448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4EDF961-4DF9-0066-3EAF-E0BCC8283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569" y="2612877"/>
            <a:ext cx="2126142" cy="63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תמונה 11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F6337F2-DA12-35B8-AB3B-9058AB20F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97" y="2301206"/>
            <a:ext cx="6062916" cy="4343461"/>
          </a:xfrm>
          <a:prstGeom prst="rect">
            <a:avLst/>
          </a:prstGeom>
        </p:spPr>
      </p:pic>
      <p:pic>
        <p:nvPicPr>
          <p:cNvPr id="20" name="תמונה 19" descr="תמונה שמכילה גופן, גרפיקה, לוגו, סמ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5A13239-EBF6-2D93-E285-F33CCB5FE0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84" y="3919678"/>
            <a:ext cx="2546557" cy="2618456"/>
          </a:xfrm>
          <a:prstGeom prst="rect">
            <a:avLst/>
          </a:prstGeom>
        </p:spPr>
      </p:pic>
      <p:pic>
        <p:nvPicPr>
          <p:cNvPr id="21" name="תמונה 20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DE83B49-F9F5-FD31-92B5-AE42DC4C4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922" y="2087873"/>
            <a:ext cx="1288017" cy="2956916"/>
          </a:xfrm>
          <a:prstGeom prst="rect">
            <a:avLst/>
          </a:prstGeom>
        </p:spPr>
      </p:pic>
      <p:pic>
        <p:nvPicPr>
          <p:cNvPr id="22" name="תמונה 21" descr="תמונה שמכילה גופן, צילום מסך, גרפיקה, לוג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74A96AF-A3D8-1ED1-50C9-FABC19CEBC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516" y="2521259"/>
            <a:ext cx="2451842" cy="2315182"/>
          </a:xfrm>
          <a:prstGeom prst="rect">
            <a:avLst/>
          </a:prstGeom>
        </p:spPr>
      </p:pic>
      <p:pic>
        <p:nvPicPr>
          <p:cNvPr id="25" name="תמונה 24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E7CD874-B2B7-62A1-6A9B-210F697700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779" y="2401677"/>
            <a:ext cx="1288017" cy="3249068"/>
          </a:xfrm>
          <a:prstGeom prst="rect">
            <a:avLst/>
          </a:prstGeom>
        </p:spPr>
      </p:pic>
      <p:pic>
        <p:nvPicPr>
          <p:cNvPr id="26" name="תמונה 25" descr="תמונה שמכילה טקסט, גופן, צילום מסך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5161FB0-1C78-7D14-6DCE-5B79AD1679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7"/>
          <a:stretch>
            <a:fillRect/>
          </a:stretch>
        </p:blipFill>
        <p:spPr>
          <a:xfrm>
            <a:off x="9337278" y="2301206"/>
            <a:ext cx="2352530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45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3FB0-026A-9F6B-6139-10F9B23E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תמונה 36" descr="תמונה שמכילה טקסט, צילום מסך, גופן, כחול חשמל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33D07E9-A07B-1D49-AB6A-B9A4B1EC2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21" name="תמונה 20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C57556F-15BD-DD5E-9713-692CF276D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52" t="32143" r="9259" b="46547"/>
          <a:stretch>
            <a:fillRect/>
          </a:stretch>
        </p:blipFill>
        <p:spPr>
          <a:xfrm>
            <a:off x="8262257" y="293914"/>
            <a:ext cx="1070982" cy="1095462"/>
          </a:xfrm>
          <a:prstGeom prst="rect">
            <a:avLst/>
          </a:prstGeom>
        </p:spPr>
      </p:pic>
      <p:pic>
        <p:nvPicPr>
          <p:cNvPr id="2" name="תמונה 1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4AC52B1-70EB-D563-0266-192437C62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661" y="153444"/>
            <a:ext cx="2709404" cy="1228789"/>
          </a:xfrm>
          <a:prstGeom prst="rect">
            <a:avLst/>
          </a:prstGeom>
        </p:spPr>
      </p:pic>
      <p:pic>
        <p:nvPicPr>
          <p:cNvPr id="3" name="תמונה 2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1D5B722-B07C-133E-940D-1B98ACFC80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0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1225-EC20-072E-439D-A24AB0EF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תמונה 30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CDE0A06-7857-84FD-1BAB-1E4E41031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2" name="תמונה 1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855F242-0A89-6D10-3ABE-E796934AB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52" t="32143" r="9259" b="46547"/>
          <a:stretch>
            <a:fillRect/>
          </a:stretch>
        </p:blipFill>
        <p:spPr>
          <a:xfrm>
            <a:off x="8596992" y="326571"/>
            <a:ext cx="2012199" cy="2058193"/>
          </a:xfrm>
          <a:prstGeom prst="rect">
            <a:avLst/>
          </a:prstGeom>
        </p:spPr>
      </p:pic>
      <p:pic>
        <p:nvPicPr>
          <p:cNvPr id="3" name="תמונה 2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6230C1B-D27E-3EE3-E28B-3716B8E88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661" y="153444"/>
            <a:ext cx="2709404" cy="3700099"/>
          </a:xfrm>
          <a:prstGeom prst="rect">
            <a:avLst/>
          </a:prstGeom>
        </p:spPr>
      </p:pic>
      <p:pic>
        <p:nvPicPr>
          <p:cNvPr id="6" name="תמונה 5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9F4EC30-F3B3-A74E-6DE9-FCF1025580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3"/>
          <a:stretch>
            <a:fillRect/>
          </a:stretch>
        </p:blipFill>
        <p:spPr>
          <a:xfrm>
            <a:off x="952500" y="-1"/>
            <a:ext cx="10287000" cy="6661653"/>
          </a:xfrm>
          <a:prstGeom prst="rect">
            <a:avLst/>
          </a:prstGeom>
        </p:spPr>
      </p:pic>
      <p:pic>
        <p:nvPicPr>
          <p:cNvPr id="7" name="תמונה 6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0E6BA18-109D-F5C7-2A40-99EC74C335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  <p:pic>
        <p:nvPicPr>
          <p:cNvPr id="8" name="תמונה 7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BE0C3D8-ACB0-0490-962B-C135E2B36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96" y="130223"/>
            <a:ext cx="1288017" cy="1244685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627206A4-B490-7E15-102A-7043F86DA9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141" y="4729919"/>
            <a:ext cx="1493135" cy="1456921"/>
          </a:xfrm>
          <a:prstGeom prst="rect">
            <a:avLst/>
          </a:prstGeom>
        </p:spPr>
      </p:pic>
      <p:pic>
        <p:nvPicPr>
          <p:cNvPr id="5" name="תמונה 4" descr="תמונה שמכילה טקסט, גופן, צילום מסך, אינטרנ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E30374D-6B4A-3B79-11C2-32050784A1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781" y="4631385"/>
            <a:ext cx="5144218" cy="1609950"/>
          </a:xfrm>
          <a:prstGeom prst="rect">
            <a:avLst/>
          </a:prstGeom>
        </p:spPr>
      </p:pic>
      <p:pic>
        <p:nvPicPr>
          <p:cNvPr id="9" name="תמונה 8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92419BA-8D69-E4CC-7E82-B16B5840E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26" y="1659468"/>
            <a:ext cx="11251474" cy="4894482"/>
          </a:xfrm>
          <a:prstGeom prst="rect">
            <a:avLst/>
          </a:prstGeom>
        </p:spPr>
      </p:pic>
      <p:pic>
        <p:nvPicPr>
          <p:cNvPr id="16" name="תמונה 15" descr="תמונה שמכילה אביזר, תיק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11731AF-E05C-C38B-7220-29001F77F8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062" y="3450997"/>
            <a:ext cx="1476581" cy="1629002"/>
          </a:xfrm>
          <a:prstGeom prst="rect">
            <a:avLst/>
          </a:prstGeom>
        </p:spPr>
      </p:pic>
      <p:pic>
        <p:nvPicPr>
          <p:cNvPr id="19" name="תמונה 18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8FB130A-0912-DCAA-9CDE-4A4F84CCA0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70" y="2069378"/>
            <a:ext cx="2646456" cy="2464193"/>
          </a:xfrm>
          <a:prstGeom prst="rect">
            <a:avLst/>
          </a:prstGeom>
        </p:spPr>
      </p:pic>
      <p:pic>
        <p:nvPicPr>
          <p:cNvPr id="21" name="תמונה 20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5E3A4D0-7DEB-6266-B073-F8B16986EA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325" y="3573425"/>
            <a:ext cx="2066532" cy="2232907"/>
          </a:xfrm>
          <a:prstGeom prst="rect">
            <a:avLst/>
          </a:prstGeom>
        </p:spPr>
      </p:pic>
      <p:pic>
        <p:nvPicPr>
          <p:cNvPr id="23" name="תמונה 22" descr="תמונה שמכילה טקסט, גופן, סמל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0FC0948-30B4-965A-5017-B933E5AA53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424" y="2014182"/>
            <a:ext cx="2066533" cy="2382436"/>
          </a:xfrm>
          <a:prstGeom prst="rect">
            <a:avLst/>
          </a:prstGeom>
        </p:spPr>
      </p:pic>
      <p:pic>
        <p:nvPicPr>
          <p:cNvPr id="25" name="תמונה 24" descr="תמונה שמכילה טקסט, גרפיקה, אומנות קליפיפם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42F64A5-D84D-B85E-41CC-B62FE86676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079" y="2049246"/>
            <a:ext cx="1756659" cy="2283065"/>
          </a:xfrm>
          <a:prstGeom prst="rect">
            <a:avLst/>
          </a:prstGeom>
        </p:spPr>
      </p:pic>
      <p:pic>
        <p:nvPicPr>
          <p:cNvPr id="26" name="תמונה 25" descr="תמונה שמכילה גופן, טקסט,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1D85F01-6564-E6C3-A7C3-15421386AD5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254" y="4751331"/>
            <a:ext cx="3179414" cy="127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2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8172F-0486-6D86-3673-F9BB74DE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תמונה 10" descr="תמונה שמכילה טקסט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8E304AE-A66D-6251-63EA-8F259F796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2400"/>
            <a:ext cx="10287000" cy="6705600"/>
          </a:xfrm>
          <a:prstGeom prst="rect">
            <a:avLst/>
          </a:prstGeom>
        </p:spPr>
      </p:pic>
      <p:pic>
        <p:nvPicPr>
          <p:cNvPr id="2" name="תמונה 1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31EE164-EB50-6FB2-7C1A-408121DD3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52" t="32143" r="9259" b="46547"/>
          <a:stretch>
            <a:fillRect/>
          </a:stretch>
        </p:blipFill>
        <p:spPr>
          <a:xfrm>
            <a:off x="8441872" y="457200"/>
            <a:ext cx="1054378" cy="1078478"/>
          </a:xfrm>
          <a:prstGeom prst="rect">
            <a:avLst/>
          </a:prstGeom>
        </p:spPr>
      </p:pic>
      <p:pic>
        <p:nvPicPr>
          <p:cNvPr id="4" name="תמונה 3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0E8A205-18E3-0466-C817-4D6D3EF3A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629" y="79010"/>
            <a:ext cx="4678325" cy="1456667"/>
          </a:xfrm>
          <a:prstGeom prst="rect">
            <a:avLst/>
          </a:prstGeom>
        </p:spPr>
      </p:pic>
      <p:pic>
        <p:nvPicPr>
          <p:cNvPr id="6" name="תמונה 5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73951F1-B8A2-2FB0-D42A-02367C6536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  <p:pic>
        <p:nvPicPr>
          <p:cNvPr id="9" name="תמונה 8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1D1EC8F-F28D-17A4-1444-1AB38A06A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17" y="2115087"/>
            <a:ext cx="11407710" cy="4438863"/>
          </a:xfrm>
          <a:prstGeom prst="rect">
            <a:avLst/>
          </a:prstGeom>
        </p:spPr>
      </p:pic>
      <p:pic>
        <p:nvPicPr>
          <p:cNvPr id="10" name="תמונה 9" descr="תמונה שמכילה טקסט, צילום מסך, פני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878E96E-716A-67C7-99C5-DD4488464C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r="38455"/>
          <a:stretch>
            <a:fillRect/>
          </a:stretch>
        </p:blipFill>
        <p:spPr>
          <a:xfrm>
            <a:off x="4927600" y="2275857"/>
            <a:ext cx="2336800" cy="3317108"/>
          </a:xfrm>
          <a:prstGeom prst="rect">
            <a:avLst/>
          </a:prstGeom>
        </p:spPr>
      </p:pic>
      <p:pic>
        <p:nvPicPr>
          <p:cNvPr id="14" name="תמונה 13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69428A6-F268-DFF7-CA9E-9D0D26AC1A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0" t="-831" r="3042" b="77452"/>
          <a:stretch>
            <a:fillRect/>
          </a:stretch>
        </p:blipFill>
        <p:spPr>
          <a:xfrm>
            <a:off x="5092984" y="5301840"/>
            <a:ext cx="2501909" cy="523227"/>
          </a:xfrm>
          <a:prstGeom prst="rect">
            <a:avLst/>
          </a:prstGeom>
        </p:spPr>
      </p:pic>
      <p:pic>
        <p:nvPicPr>
          <p:cNvPr id="18" name="תמונה 17" descr="תמונה שמכילה טקסט, צילום מסך, גופן, כחול חשמל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8C74166-855B-33A4-7C45-5902586F23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4"/>
          <a:stretch>
            <a:fillRect/>
          </a:stretch>
        </p:blipFill>
        <p:spPr>
          <a:xfrm>
            <a:off x="8530104" y="2165573"/>
            <a:ext cx="3365207" cy="4429743"/>
          </a:xfrm>
          <a:prstGeom prst="rect">
            <a:avLst/>
          </a:prstGeom>
        </p:spPr>
      </p:pic>
      <p:pic>
        <p:nvPicPr>
          <p:cNvPr id="21" name="תמונה 20" descr="תמונה שמכילה פני אדם, אומנות קליפיפם, סרט מצוי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542F453-D98A-A40F-16AD-4C49FF25EE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23" y="2275857"/>
            <a:ext cx="3172268" cy="2981741"/>
          </a:xfrm>
          <a:prstGeom prst="rect">
            <a:avLst/>
          </a:prstGeom>
        </p:spPr>
      </p:pic>
      <p:pic>
        <p:nvPicPr>
          <p:cNvPr id="27" name="תמונה 26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838AD82-1CAE-760E-0740-4486F3EA3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49" y="10842"/>
            <a:ext cx="4095140" cy="1375362"/>
          </a:xfrm>
          <a:prstGeom prst="rect">
            <a:avLst/>
          </a:prstGeom>
        </p:spPr>
      </p:pic>
      <p:sp>
        <p:nvSpPr>
          <p:cNvPr id="29" name="מלבן 28">
            <a:extLst>
              <a:ext uri="{FF2B5EF4-FFF2-40B4-BE49-F238E27FC236}">
                <a16:creationId xmlns:a16="http://schemas.microsoft.com/office/drawing/2014/main" id="{195937B8-83CA-96C8-5B02-3CDAB11FAEE4}"/>
              </a:ext>
            </a:extLst>
          </p:cNvPr>
          <p:cNvSpPr/>
          <p:nvPr/>
        </p:nvSpPr>
        <p:spPr>
          <a:xfrm>
            <a:off x="1612545" y="301201"/>
            <a:ext cx="50200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rgbClr val="002060"/>
                </a:solidFill>
              </a:rPr>
              <a:t>The Next Vision</a:t>
            </a:r>
            <a:endParaRPr lang="he-IL" sz="5400" b="1" dirty="0">
              <a:ln/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3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תמונה 28" descr="תמונה שמכילה טקסט, גופן, צילום מסך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0C36207-B124-8F2C-7ABA-4CBAE5A6A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79" y="128346"/>
            <a:ext cx="11795449" cy="6601308"/>
          </a:xfrm>
          <a:prstGeom prst="rect">
            <a:avLst/>
          </a:prstGeom>
        </p:spPr>
      </p:pic>
      <p:pic>
        <p:nvPicPr>
          <p:cNvPr id="2" name="תמונה 1" descr="תמונה שמכילה טקסט, גופ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54B63FF-FFD7-4123-6509-AF93AF8DB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52" t="32143" r="9259" b="46547"/>
          <a:stretch>
            <a:fillRect/>
          </a:stretch>
        </p:blipFill>
        <p:spPr>
          <a:xfrm>
            <a:off x="8639745" y="341535"/>
            <a:ext cx="1149233" cy="1176991"/>
          </a:xfrm>
          <a:prstGeom prst="rect">
            <a:avLst/>
          </a:prstGeom>
        </p:spPr>
      </p:pic>
      <p:pic>
        <p:nvPicPr>
          <p:cNvPr id="3" name="תמונה 2" descr="תמונה שמכילה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1171446-FD86-26DD-BFEB-DA03765B82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661" y="153444"/>
            <a:ext cx="3412726" cy="1547765"/>
          </a:xfrm>
          <a:prstGeom prst="rect">
            <a:avLst/>
          </a:prstGeom>
        </p:spPr>
      </p:pic>
      <p:pic>
        <p:nvPicPr>
          <p:cNvPr id="4" name="תמונה 3" descr="תמונה שמכילה גופן, לבן, לוגו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A53129D-CE20-28CC-F24C-E609370B05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4754" r="12492" b="14449"/>
          <a:stretch>
            <a:fillRect/>
          </a:stretch>
        </p:blipFill>
        <p:spPr>
          <a:xfrm>
            <a:off x="9292856" y="176027"/>
            <a:ext cx="2479040" cy="119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37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ערוך את הפוסטר כך שהלוגו יהיה בצבעו המקורי">
            <a:extLst>
              <a:ext uri="{FF2B5EF4-FFF2-40B4-BE49-F238E27FC236}">
                <a16:creationId xmlns:a16="http://schemas.microsoft.com/office/drawing/2014/main" id="{5AD5EA1A-3E81-B61E-E861-3C02136E6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199" y="685800"/>
            <a:ext cx="3939251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2DF0403D-C6D6-E5A0-B921-89D6B9304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624" y="4821826"/>
            <a:ext cx="2272826" cy="1057131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9A63F41D-6F35-7A59-CBD6-4D5C71893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81" y="868101"/>
            <a:ext cx="3611300" cy="1412112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4E7390A6-010A-9458-B22A-42F21F698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38434" y="3919212"/>
            <a:ext cx="1579395" cy="2340095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FA84E107-2DDD-69D8-CD5C-256DB3D61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98403" y="2848417"/>
            <a:ext cx="2118535" cy="1626729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C974193E-0CE4-BC3F-8BB6-6903331B7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1342">
            <a:off x="6132474" y="2404128"/>
            <a:ext cx="1543376" cy="459756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771FEE72-5FFC-805E-56B2-1139D14F0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79217" y="4471837"/>
            <a:ext cx="1174945" cy="1057131"/>
          </a:xfrm>
          <a:prstGeom prst="rect">
            <a:avLst/>
          </a:prstGeom>
        </p:spPr>
      </p:pic>
      <p:pic>
        <p:nvPicPr>
          <p:cNvPr id="17" name="Picture 2" descr="ערוך את הפוסטר כך שהלוגו יהיה בצבעו המקורי">
            <a:extLst>
              <a:ext uri="{FF2B5EF4-FFF2-40B4-BE49-F238E27FC236}">
                <a16:creationId xmlns:a16="http://schemas.microsoft.com/office/drawing/2014/main" id="{E0C62FFF-84E7-85FF-7597-8CBFEAAB8A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2" t="61260" r="61902" b="13323"/>
          <a:stretch>
            <a:fillRect/>
          </a:stretch>
        </p:blipFill>
        <p:spPr bwMode="auto">
          <a:xfrm>
            <a:off x="4459912" y="4418937"/>
            <a:ext cx="934538" cy="126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3DF80020-BFAD-6858-A032-F50D0EE99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15935" y="2633567"/>
            <a:ext cx="1752303" cy="1806419"/>
          </a:xfrm>
          <a:prstGeom prst="rect">
            <a:avLst/>
          </a:prstGeom>
        </p:spPr>
      </p:pic>
      <p:pic>
        <p:nvPicPr>
          <p:cNvPr id="25" name="Picture 2" descr="ערוך את הפוסטר כך שהלוגו יהיה בצבעו המקורי">
            <a:extLst>
              <a:ext uri="{FF2B5EF4-FFF2-40B4-BE49-F238E27FC236}">
                <a16:creationId xmlns:a16="http://schemas.microsoft.com/office/drawing/2014/main" id="{9C0D3AFA-6020-9344-2801-09F45F609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" t="29084" r="50673" b="38932"/>
          <a:stretch>
            <a:fillRect/>
          </a:stretch>
        </p:blipFill>
        <p:spPr bwMode="auto">
          <a:xfrm>
            <a:off x="4267199" y="2574234"/>
            <a:ext cx="1806420" cy="175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תמונה 25">
            <a:extLst>
              <a:ext uri="{FF2B5EF4-FFF2-40B4-BE49-F238E27FC236}">
                <a16:creationId xmlns:a16="http://schemas.microsoft.com/office/drawing/2014/main" id="{F3693299-E883-EAF9-6C25-597D51A78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44350" y="2794228"/>
            <a:ext cx="549416" cy="109431"/>
          </a:xfrm>
          <a:prstGeom prst="rect">
            <a:avLst/>
          </a:prstGeom>
        </p:spPr>
      </p:pic>
      <p:pic>
        <p:nvPicPr>
          <p:cNvPr id="27" name="Picture 2" descr="ערוך את הפוסטר כך שהלוגו יהיה בצבעו המקורי">
            <a:extLst>
              <a:ext uri="{FF2B5EF4-FFF2-40B4-BE49-F238E27FC236}">
                <a16:creationId xmlns:a16="http://schemas.microsoft.com/office/drawing/2014/main" id="{AC10F538-AEDC-415A-CFA0-AFA8E7883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30" t="26177" b="24266"/>
          <a:stretch>
            <a:fillRect/>
          </a:stretch>
        </p:blipFill>
        <p:spPr bwMode="auto">
          <a:xfrm>
            <a:off x="6276486" y="2538516"/>
            <a:ext cx="1810747" cy="244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תמונה 27">
            <a:extLst>
              <a:ext uri="{FF2B5EF4-FFF2-40B4-BE49-F238E27FC236}">
                <a16:creationId xmlns:a16="http://schemas.microsoft.com/office/drawing/2014/main" id="{A39F59E4-F686-F249-7075-495C653B9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441139" y="3583501"/>
            <a:ext cx="1422286" cy="124196"/>
          </a:xfrm>
          <a:prstGeom prst="rect">
            <a:avLst/>
          </a:prstGeom>
        </p:spPr>
      </p:pic>
      <p:pic>
        <p:nvPicPr>
          <p:cNvPr id="30" name="תמונה 29">
            <a:extLst>
              <a:ext uri="{FF2B5EF4-FFF2-40B4-BE49-F238E27FC236}">
                <a16:creationId xmlns:a16="http://schemas.microsoft.com/office/drawing/2014/main" id="{14CE1F5E-37A7-B759-72E9-EA1CF6ACB1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6" t="15798" r="2254" b="4110"/>
          <a:stretch>
            <a:fillRect/>
          </a:stretch>
        </p:blipFill>
        <p:spPr>
          <a:xfrm>
            <a:off x="5430941" y="4584677"/>
            <a:ext cx="725947" cy="865950"/>
          </a:xfrm>
          <a:prstGeom prst="rect">
            <a:avLst/>
          </a:prstGeom>
        </p:spPr>
      </p:pic>
      <p:pic>
        <p:nvPicPr>
          <p:cNvPr id="31" name="תמונה 30">
            <a:extLst>
              <a:ext uri="{FF2B5EF4-FFF2-40B4-BE49-F238E27FC236}">
                <a16:creationId xmlns:a16="http://schemas.microsoft.com/office/drawing/2014/main" id="{F52892DF-23A8-2B2F-3D70-A00BFB2A6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93707">
            <a:off x="5549585" y="3358497"/>
            <a:ext cx="1464751" cy="258614"/>
          </a:xfrm>
          <a:prstGeom prst="rect">
            <a:avLst/>
          </a:prstGeom>
        </p:spPr>
      </p:pic>
      <p:pic>
        <p:nvPicPr>
          <p:cNvPr id="3076" name="Picture 4" descr="הפוך את הלוגו שהעליתי לקובץ PNG עם רקע שקוף">
            <a:extLst>
              <a:ext uri="{FF2B5EF4-FFF2-40B4-BE49-F238E27FC236}">
                <a16:creationId xmlns:a16="http://schemas.microsoft.com/office/drawing/2014/main" id="{FFB2B70E-07A8-70EE-68B0-1908CE7F4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20" y="634008"/>
            <a:ext cx="2895599" cy="180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תמונה 31">
            <a:extLst>
              <a:ext uri="{FF2B5EF4-FFF2-40B4-BE49-F238E27FC236}">
                <a16:creationId xmlns:a16="http://schemas.microsoft.com/office/drawing/2014/main" id="{CC8D308F-D028-C3AF-42D3-B8DB26F69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18638" y="1517976"/>
            <a:ext cx="442069" cy="1711245"/>
          </a:xfrm>
          <a:prstGeom prst="rect">
            <a:avLst/>
          </a:prstGeom>
        </p:spPr>
      </p:pic>
      <p:pic>
        <p:nvPicPr>
          <p:cNvPr id="3078" name="Picture 6" descr="הפוך את הלוגו שהעליתי לקובץ PNG בלי רקע לבן">
            <a:extLst>
              <a:ext uri="{FF2B5EF4-FFF2-40B4-BE49-F238E27FC236}">
                <a16:creationId xmlns:a16="http://schemas.microsoft.com/office/drawing/2014/main" id="{F908F078-73B6-EBC7-2694-92C314AA4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1" b="78422"/>
          <a:stretch>
            <a:fillRect/>
          </a:stretch>
        </p:blipFill>
        <p:spPr bwMode="auto">
          <a:xfrm>
            <a:off x="5398761" y="4398364"/>
            <a:ext cx="800845" cy="182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תמונה 32">
            <a:extLst>
              <a:ext uri="{FF2B5EF4-FFF2-40B4-BE49-F238E27FC236}">
                <a16:creationId xmlns:a16="http://schemas.microsoft.com/office/drawing/2014/main" id="{3A08C3E8-AE35-4769-9ECA-75AA7A774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78707" y="2444327"/>
            <a:ext cx="704578" cy="1264768"/>
          </a:xfrm>
          <a:prstGeom prst="rect">
            <a:avLst/>
          </a:prstGeom>
        </p:spPr>
      </p:pic>
      <p:pic>
        <p:nvPicPr>
          <p:cNvPr id="34" name="Picture 4" descr="הפוך את הלוגו שהעליתי לקובץ PNG עם רקע שקוף">
            <a:extLst>
              <a:ext uri="{FF2B5EF4-FFF2-40B4-BE49-F238E27FC236}">
                <a16:creationId xmlns:a16="http://schemas.microsoft.com/office/drawing/2014/main" id="{1126EF3D-8B50-8062-C5B7-F8A7CA657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148" y="2625797"/>
            <a:ext cx="1447800" cy="90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13674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7</Words>
  <Application>Microsoft Office PowerPoint</Application>
  <PresentationFormat>מסך רחב</PresentationFormat>
  <Paragraphs>3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Shalev Shalom Ozeri</dc:creator>
  <cp:lastModifiedBy>Shalev Shalom Ozeri</cp:lastModifiedBy>
  <cp:revision>14</cp:revision>
  <dcterms:created xsi:type="dcterms:W3CDTF">2025-09-11T16:05:02Z</dcterms:created>
  <dcterms:modified xsi:type="dcterms:W3CDTF">2025-09-13T00:18:42Z</dcterms:modified>
</cp:coreProperties>
</file>